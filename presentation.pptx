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9ee371c623490f" /><Relationship Type="http://schemas.openxmlformats.org/officeDocument/2006/relationships/extended-properties" Target="/docProps/app.xml" Id="Rf409e8039da44962" /><Relationship Type="http://schemas.openxmlformats.org/officeDocument/2006/relationships/officeDocument" Target="/ppt/presentation.xml" Id="R821d4c12df054412" /></Relationships>
</file>

<file path=ppt/presentation.xml><?xml version="1.0" encoding="utf-8"?>
<p:presentation xmlns:p="http://schemas.openxmlformats.org/presentationml/2006/main" xmlns:r="http://schemas.openxmlformats.org/officeDocument/2006/relationships" autoCompressPictures="0">
  <p:sldMasterIdLst>
    <p:sldMasterId id="2147483648" r:id="R5f2e86fc242b4929"/>
  </p:sldMasterIdLst>
  <p:notesMasterIdLst>
    <p:notesMasterId r:id="R836a763d9d10426c"/>
  </p:notesMasterIdLst>
  <p:sldIdLst>
    <p:sldId id="256" r:id="R3cea655df9794641"/>
    <p:sldId id="257" r:id="Rb21183542f7e462a"/>
    <p:sldId id="258" r:id="R43fdd390edb24281"/>
    <p:sldId id="259" r:id="R0bd8403018f54a0a"/>
    <p:sldId id="260" r:id="Rcc55ae37e7a545a8"/>
    <p:sldId id="261" r:id="Ra66a5bf784994e7b"/>
    <p:sldId id="262" r:id="Rb486c91160fc4b35"/>
    <p:sldId id="263" r:id="Rcecee92956c34c01"/>
    <p:sldId id="264" r:id="R20f1e078cd3745cf"/>
    <p:sldId id="265" r:id="Rddd72e67b7d84d3b"/>
    <p:sldId id="266" r:id="R06a3bf137d70466c"/>
    <p:sldId id="267" r:id="R77175316a91e47e0"/>
    <p:sldId id="268" r:id="R479a640a53e34212"/>
    <p:sldId id="269" r:id="Rce707599f9da4d11"/>
    <p:sldId id="270" r:id="Rd9278b4b00a04205"/>
    <p:sldId id="271" r:id="R7fc5d2ce027f4085"/>
    <p:sldId id="272" r:id="Reeb2327162eb44f3"/>
    <p:sldId id="273" r:id="R35c6b24a0b7b45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a339fb6c34404e" /><Relationship Type="http://schemas.openxmlformats.org/officeDocument/2006/relationships/slideMaster" Target="/ppt/slideMasters/slideMaster1.xml" Id="R5f2e86fc242b4929" /><Relationship Type="http://schemas.openxmlformats.org/officeDocument/2006/relationships/notesMaster" Target="/ppt/notesMasters/notesMaster1.xml" Id="R836a763d9d10426c" /><Relationship Type="http://schemas.openxmlformats.org/officeDocument/2006/relationships/presProps" Target="/ppt/presProps.xml" Id="R368de93364244052" /><Relationship Type="http://schemas.openxmlformats.org/officeDocument/2006/relationships/tableStyles" Target="/ppt/tableStyles.xml" Id="R88e81c02790e4de5" /><Relationship Type="http://schemas.openxmlformats.org/officeDocument/2006/relationships/slide" Target="/ppt/slides/slide1.xml" Id="R3cea655df9794641" /><Relationship Type="http://schemas.openxmlformats.org/officeDocument/2006/relationships/slide" Target="/ppt/slides/slide2.xml" Id="Rb21183542f7e462a" /><Relationship Type="http://schemas.openxmlformats.org/officeDocument/2006/relationships/slide" Target="/ppt/slides/slide3.xml" Id="R43fdd390edb24281" /><Relationship Type="http://schemas.openxmlformats.org/officeDocument/2006/relationships/slide" Target="/ppt/slides/slide4.xml" Id="R0bd8403018f54a0a" /><Relationship Type="http://schemas.openxmlformats.org/officeDocument/2006/relationships/slide" Target="/ppt/slides/slide5.xml" Id="Rcc55ae37e7a545a8" /><Relationship Type="http://schemas.openxmlformats.org/officeDocument/2006/relationships/slide" Target="/ppt/slides/slide6.xml" Id="Ra66a5bf784994e7b" /><Relationship Type="http://schemas.openxmlformats.org/officeDocument/2006/relationships/slide" Target="/ppt/slides/slide7.xml" Id="Rb486c91160fc4b35" /><Relationship Type="http://schemas.openxmlformats.org/officeDocument/2006/relationships/slide" Target="/ppt/slides/slide8.xml" Id="Rcecee92956c34c01" /><Relationship Type="http://schemas.openxmlformats.org/officeDocument/2006/relationships/slide" Target="/ppt/slides/slide9.xml" Id="R20f1e078cd3745cf" /><Relationship Type="http://schemas.openxmlformats.org/officeDocument/2006/relationships/slide" Target="/ppt/slides/slide10.xml" Id="Rddd72e67b7d84d3b" /><Relationship Type="http://schemas.openxmlformats.org/officeDocument/2006/relationships/slide" Target="/ppt/slides/slide11.xml" Id="R06a3bf137d70466c" /><Relationship Type="http://schemas.openxmlformats.org/officeDocument/2006/relationships/slide" Target="/ppt/slides/slide12.xml" Id="R77175316a91e47e0" /><Relationship Type="http://schemas.openxmlformats.org/officeDocument/2006/relationships/slide" Target="/ppt/slides/slide13.xml" Id="R479a640a53e34212" /><Relationship Type="http://schemas.openxmlformats.org/officeDocument/2006/relationships/slide" Target="/ppt/slides/slide14.xml" Id="Rce707599f9da4d11" /><Relationship Type="http://schemas.openxmlformats.org/officeDocument/2006/relationships/slide" Target="/ppt/slides/slide15.xml" Id="Rd9278b4b00a04205" /><Relationship Type="http://schemas.openxmlformats.org/officeDocument/2006/relationships/slide" Target="/ppt/slides/slide16.xml" Id="R7fc5d2ce027f4085" /><Relationship Type="http://schemas.openxmlformats.org/officeDocument/2006/relationships/slide" Target="/ppt/slides/slide17.xml" Id="Reeb2327162eb44f3" /><Relationship Type="http://schemas.openxmlformats.org/officeDocument/2006/relationships/slide" Target="/ppt/slides/slide18.xml" Id="R35c6b24a0b7b45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5f190830b94b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549ee342654adf" /><Relationship Type="http://schemas.openxmlformats.org/officeDocument/2006/relationships/notesMaster" Target="/ppt/notesMasters/notesMaster1.xml" Id="Reb21e421529f4d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2b72bcaac84263" /><Relationship Type="http://schemas.openxmlformats.org/officeDocument/2006/relationships/notesMaster" Target="/ppt/notesMasters/notesMaster1.xml" Id="R11d26ba1059e4e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1005d7978e431c" /><Relationship Type="http://schemas.openxmlformats.org/officeDocument/2006/relationships/notesMaster" Target="/ppt/notesMasters/notesMaster1.xml" Id="R690357b7830e46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b79eceff7b4fa3" /><Relationship Type="http://schemas.openxmlformats.org/officeDocument/2006/relationships/notesMaster" Target="/ppt/notesMasters/notesMaster1.xml" Id="Ra04d012dbe2248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f95464eae54541" /><Relationship Type="http://schemas.openxmlformats.org/officeDocument/2006/relationships/notesMaster" Target="/ppt/notesMasters/notesMaster1.xml" Id="R2a4e61cef09a44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f007940a374da5" /><Relationship Type="http://schemas.openxmlformats.org/officeDocument/2006/relationships/notesMaster" Target="/ppt/notesMasters/notesMaster1.xml" Id="Rdaa34d38ef9949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4447c435684af0" /><Relationship Type="http://schemas.openxmlformats.org/officeDocument/2006/relationships/notesMaster" Target="/ppt/notesMasters/notesMaster1.xml" Id="R69612398d99249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5fd33281d94be1" /><Relationship Type="http://schemas.openxmlformats.org/officeDocument/2006/relationships/notesMaster" Target="/ppt/notesMasters/notesMaster1.xml" Id="R2557576b71174b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dfe2bc913448a2" /><Relationship Type="http://schemas.openxmlformats.org/officeDocument/2006/relationships/notesMaster" Target="/ppt/notesMasters/notesMaster1.xml" Id="R711f56bd397f4f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7a22fdb97a4d99" /><Relationship Type="http://schemas.openxmlformats.org/officeDocument/2006/relationships/notesMaster" Target="/ppt/notesMasters/notesMaster1.xml" Id="R02eb1986d09246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9760daa9be64a2c" /><Relationship Type="http://schemas.openxmlformats.org/officeDocument/2006/relationships/notesMaster" Target="/ppt/notesMasters/notesMaster1.xml" Id="R6000cbb161474d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f0f95c380e747bb" /><Relationship Type="http://schemas.openxmlformats.org/officeDocument/2006/relationships/notesMaster" Target="/ppt/notesMasters/notesMaster1.xml" Id="Rc21b98c99c804b7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221b7c8323c42f5" /><Relationship Type="http://schemas.openxmlformats.org/officeDocument/2006/relationships/notesMaster" Target="/ppt/notesMasters/notesMaster1.xml" Id="R21c8e71d8513468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75015b9bd4b47f0" /><Relationship Type="http://schemas.openxmlformats.org/officeDocument/2006/relationships/notesMaster" Target="/ppt/notesMasters/notesMaster1.xml" Id="Rf3b8d764f3d949c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fd212cd056a43ca" /><Relationship Type="http://schemas.openxmlformats.org/officeDocument/2006/relationships/notesMaster" Target="/ppt/notesMasters/notesMaster1.xml" Id="R07c13a524f99424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84939be5bb5441a" /><Relationship Type="http://schemas.openxmlformats.org/officeDocument/2006/relationships/notesMaster" Target="/ppt/notesMasters/notesMaster1.xml" Id="Re3f52166e6c14f1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eb68fd3dbdf4e6e" /><Relationship Type="http://schemas.openxmlformats.org/officeDocument/2006/relationships/notesMaster" Target="/ppt/notesMasters/notesMaster1.xml" Id="Rc24c9d9a47f149d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8e7e0e3c1f343fe" /><Relationship Type="http://schemas.openxmlformats.org/officeDocument/2006/relationships/notesMaster" Target="/ppt/notesMasters/notesMaster1.xml" Id="R36e723d0d9df4e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展示一段交易如何进入复盘，怎样用AI减少补充背景的工作，最后把分析沉淀为可验证的方法和可执行的检查项。画面均为我们自行截取的真实产品页面。示例采用贵州茅台的真实股票身份，价格、成交与用户行为是合成演示数据。产品外层已按最新要求改为纯浅灰，左上角只保留头像。截图保留4K PNG原始像素，点击可查看完整原图。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来源：tradingreview-slidev/slides.md，第 1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线从交易进入产品开始。背景由用户补充，AI根据历史行为给建议并自动整理相关证据。复盘后提供方法改进与检查项两个出口，方法可以回测，检查项可人工编辑。当前主案例有20笔成交、两个保存的方法版本和一个保存的检查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来源：tradingreview-slidev/slides.md，第 2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设置界面提供API接入和ChatGPT订阅。订阅凭证用Windows当前用户DPAPI加密持久化，并已验证服务重启恢复。截图显示授权已保存且可以验证模型，不能仅用此截图声称刚完成模型验证。真实复盘已使用gpt-6.1-sol跑通。凭证没有出现在演示素材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来源：tradingreview-slidev/slides.md，第 3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这是实际CSV预览页，整理出20笔成交。为避免重复导入，补拍只进入预览；完整EQ01标准资料包导入此前已通过。多格式文件是预期产品方向，本轮验证范围是CSV与标准bundle，不将任意文件都称为已经兼容。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来源：tradingreview-slidev/slides.md，第 4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标签可以切换三张真实配置截图。只读HTTP接口用于读取符合产品协议的成交，读到后仍需核对。交易所和链上专用适配是产品方案方向。扶摇服务端已配置，历史日K为未复权，实际能力仍按验证结果确定。iFinD展示官方HTTP MCP配置入口，本轮未完成新授权联调。分钟复盘不能直接拿完整日K替代。合成案例自动取证只核对资料包证据，真实公司新闻无法证明模拟动机。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来源：tradingreview-slidev/slides.md，第 5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EQ01第5笔，2025-03-07 09:40买入200股，1555.03元。屏幕为15分钟合成K线，当前根只包含截至成交时点的观测。规则回放周期为4小时，复盘观察周期是15分钟，二者用途不同。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来源：tradingreview-slidev/slides.md，第 6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点击灰字建议和按Tab后，可切换实际前后截图。我们预测用户当时为什么做、原计划是什么，直接在输入框内呈现完整短句。第4笔的建议为「我想延续上一笔减仓，把剩余持仓兑现，结束这一轮持有」。用户按Tab直接填入，之后可以编辑或清除，Escape可忽略。没有独立的AI待确认稿卡片，也不需要第二次确认流程。此轮首批5/20准备完成，第二批RUN_LIMIT暂停；跨会话语义记忆是后续方案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来源：tradingreview-slidev/slides.md，第 7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实际证据页当前是第5笔的成交记录，来源bundle.json，2025-03-07 09:40，买入200股，成交1555.03，费用80.86。来源说明与模拟成交一致。成交记录证明执行事实，动机需结合用户背景；不能仅凭成交记录或事后新闻证明用户当时怎么想。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来源：tradingreview-slidev/slides.md，第 8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20笔真实模型复盘通过。五周期净盈亏分别13255.30、13984.04、14370.21、15671.78、24898.08，合计82179.41；费用3115.59，期末持仓0。此前跨周期汇总工具返回未知的问题已修复。原始买入额2990954、卖出额3076249。没有账户本金就不估整体收益率。盈利与分批行为的因果关系不能直接认定，AI提出的是有前提和代价的可选改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来源：tradingreview-slidev/slides.md，第 9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保存的原版与风险约束版共存。原方法按5根完整K线均价、高于0.5%入场，投入80%。改进版投入50%，完整K线确认亏损8%后退出，最多持有20根。信号后下一可用开盘执行，遵守T+1与整手规则。因此8%是触发阈值，不保证恰好在8%成交。两者都保留，用户可以继续改进并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来源：tradingreview-slidev/slides.md，第 10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测页面展示已导入的兼容行情，用户可选择标的、日期与起始资金。本图两个记录都是贵州茅台，不说成两个不同股票。资金85万元，手续费3bps，滑点5bps，100股整手，卖出T+1。50万元不足时已验证阻止比较，85万元时恢复。实际交易案例最大用资837352.22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来源：tradingreview-slidev/slides.md，第 11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方法净收益132323.50，改进方法63167.35，差额-69156.15；收益率15.57%与7.43%，最大回撤0.05%与0.03%。期末可能持仓，净收益含市值，因此不能拿82179.41实际执行净现金盈亏混比。加强风控在这段合成样本中降低收益与回撤；不能推断未来表现或声称所有改进提高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来源：tradingreview-slidev/slides.md，第 12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编辑弹窗有名称、触发条件、检查动作、例外四个字段。当前检查项「分批交易前核对预算」已保存，并验证再次打开可编辑。它是面向下一次的流程提醒，依据用户现在的回忆整理，不证明用户过去执行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来源：tradingreview-slidev/slides.md，第 13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要求展示最终预期产品形态。这里明确承接三类方向：任意格式输入体验、交易所链上API专用适配、跨会话语义记忆和高手方法。高手方法需标注来源、适用市场、入场退出和参数局限。保留这些规划亮点，同时不伪造尚不存在的界面或已接入的账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来源：tradingreview-slidev/slides.md，第 14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案例真实UI和真实模型验收：标准资料包导入、20笔AI复盘、保存原版与风险约束版、85万同条件回测、编辑保存检查项、刷新恢复。before-refresh与after-refresh的trade/context/evidence/messages/research/methods/checklist指纹一致，快照早于最后全20新回答，不扩大到后续所有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来源：tradingreview-slidev/slides.md，第 15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01：缺时间CSV显示待补充，确认禁用；取消后原20笔不变。M02/D04：旧轮MODEL_ERROR和新轮RUN_LIMIT都没有覆盖已完成首批；提供继续与手动补充。新轮5/20成功，未声称20/20背景自动准备完成。只读接口401、超时、空列表、保存失败等测试使用受控环境，不把受控通过说成所有外部服务接入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来源：tradingreview-slidev/slides.md，第 16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组是10个真实A股身份乘5种模拟情境，每组20至40笔，总计1500笔，16000根15分钟合成K线。44510个适用断言通过，0次模型调用。该结果衡量离线数据与契约校验，真实AI质量按实际运行案例单列。基线569项自动测试通过，随后引用折叠另有16项定向测试通过。详细测试说明覆盖主链路、数据缺失/接口失败、极端/合规边界。后续效果评测再评价建议可执行性、依据一致性和交互负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来源：tradingreview-slidev/slides.md，第 17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主线后打开真实产品即可接着演示。现场可以从贵州茅台复盘进入材料，切换15分钟当时可知，查看灰字建议，再到交易方法与检查项库。所有配图来自本机实页截图，Slidev只增加展示框、圆角、阴影与注释，不重绘产品界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来源：tradingreview-slidev/slides.md，第 18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e08d4505fd42f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620ba7bf3048e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f9198f0f0f4fa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a08bfbd6394da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79ed5b603b468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02dd9702b345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F4D76E-598D-405B-B778-D4556A7CD9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29A661B-551F-487F-956D-61BE7698A2E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DF96780-4384-479C-B7F5-C7D8469252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C26988-4847-4C8A-A777-DFC6F1B458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17D547C-B8C6-48FE-A051-68205C6BE5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DDCFC8D-7A77-4F0E-AF92-6833A30E8F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8F05FB4-20D5-460E-A424-8B5DC23DCF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0750DF8-2069-4B01-87D3-A94900C7F00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2AA9C2-DB1A-4490-9CAE-99242F90DE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E82546-2ECF-4952-AC33-5AC6FB124A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2c605b91cd4456" /><Relationship Type="http://schemas.openxmlformats.org/officeDocument/2006/relationships/slideLayout" Target="/ppt/slideLayouts/slideLayout1.xml" Id="Rf34cb7841edb4bb2" /><Relationship Type="http://schemas.openxmlformats.org/officeDocument/2006/relationships/slideLayout" Target="/ppt/slideLayouts/slideLayout2.xml" Id="Raf85d867020046e3" /><Relationship Type="http://schemas.openxmlformats.org/officeDocument/2006/relationships/slideLayout" Target="/ppt/slideLayouts/slideLayout3.xml" Id="R3b82f318365e420b" /><Relationship Type="http://schemas.openxmlformats.org/officeDocument/2006/relationships/slideLayout" Target="/ppt/slideLayouts/slideLayout4.xml" Id="R042ea18cdcae42a5" /><Relationship Type="http://schemas.openxmlformats.org/officeDocument/2006/relationships/slideLayout" Target="/ppt/slideLayouts/slideLayout5.xml" Id="R6e403a259dd240c0" /><Relationship Type="http://schemas.openxmlformats.org/officeDocument/2006/relationships/slideLayout" Target="/ppt/slideLayouts/slideLayout6.xml" Id="R6ce79dc8588544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4cb7841edb4bb2"/>
    <p:sldLayoutId xmlns:r="http://schemas.openxmlformats.org/officeDocument/2006/relationships" id="2147483650" r:id="Raf85d867020046e3"/>
    <p:sldLayoutId xmlns:r="http://schemas.openxmlformats.org/officeDocument/2006/relationships" id="2147483651" r:id="R3b82f318365e420b"/>
    <p:sldLayoutId xmlns:r="http://schemas.openxmlformats.org/officeDocument/2006/relationships" id="2147483652" r:id="R042ea18cdcae42a5"/>
    <p:sldLayoutId xmlns:r="http://schemas.openxmlformats.org/officeDocument/2006/relationships" id="2147483653" r:id="R6e403a259dd240c0"/>
    <p:sldLayoutId xmlns:r="http://schemas.openxmlformats.org/officeDocument/2006/relationships" id="2147483654" r:id="R6ce79dc8588544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8ac85097334446" /><Relationship Type="http://schemas.openxmlformats.org/officeDocument/2006/relationships/image" Target="/ppt/media/image.png" Id="R629b0401c0d74a93" /><Relationship Type="http://schemas.openxmlformats.org/officeDocument/2006/relationships/notesSlide" Target="/ppt/notesSlides/notesSlide1.xml" Id="R39aad8e6cf984a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4f2ff0ade1417e" /><Relationship Type="http://schemas.openxmlformats.org/officeDocument/2006/relationships/image" Target="/ppt/media/image2.png" Id="Ra682bc6f3fff43c3" /><Relationship Type="http://schemas.openxmlformats.org/officeDocument/2006/relationships/notesSlide" Target="/ppt/notesSlides/notesSlide2.xml" Id="Rcb052a60669f49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bf45cfedf24a98" /><Relationship Type="http://schemas.openxmlformats.org/officeDocument/2006/relationships/image" Target="/ppt/media/image3.png" Id="R012ac57d5f814970" /><Relationship Type="http://schemas.openxmlformats.org/officeDocument/2006/relationships/notesSlide" Target="/ppt/notesSlides/notesSlide3.xml" Id="R06c73749386d4f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e3ea73352c48e3" /><Relationship Type="http://schemas.openxmlformats.org/officeDocument/2006/relationships/image" Target="/ppt/media/image4.png" Id="Re75d7d8f6e394123" /><Relationship Type="http://schemas.openxmlformats.org/officeDocument/2006/relationships/notesSlide" Target="/ppt/notesSlides/notesSlide4.xml" Id="R13011fac5b2441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2010060da44bb1" /><Relationship Type="http://schemas.openxmlformats.org/officeDocument/2006/relationships/image" Target="/ppt/media/image5.png" Id="Rbbc6334a58414e03" /><Relationship Type="http://schemas.openxmlformats.org/officeDocument/2006/relationships/notesSlide" Target="/ppt/notesSlides/notesSlide5.xml" Id="R1d259ccc72464e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e2ab1e8c1d4332" /><Relationship Type="http://schemas.openxmlformats.org/officeDocument/2006/relationships/image" Target="/ppt/media/image6.png" Id="Rc05385f418ab4f1b" /><Relationship Type="http://schemas.openxmlformats.org/officeDocument/2006/relationships/notesSlide" Target="/ppt/notesSlides/notesSlide6.xml" Id="R94259783a26541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b642e0ad114e9c" /><Relationship Type="http://schemas.openxmlformats.org/officeDocument/2006/relationships/image" Target="/ppt/media/image7.png" Id="R8ce00aa178ed451b" /><Relationship Type="http://schemas.openxmlformats.org/officeDocument/2006/relationships/notesSlide" Target="/ppt/notesSlides/notesSlide7.xml" Id="R06e9efaeaeed44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efb232cf30492c" /><Relationship Type="http://schemas.openxmlformats.org/officeDocument/2006/relationships/image" Target="/ppt/media/image8.png" Id="R261ff7bb32144320" /><Relationship Type="http://schemas.openxmlformats.org/officeDocument/2006/relationships/notesSlide" Target="/ppt/notesSlides/notesSlide8.xml" Id="R9ce64bfb303449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6dbde94c344abd" /><Relationship Type="http://schemas.openxmlformats.org/officeDocument/2006/relationships/image" Target="/ppt/media/image9.png" Id="R65cd8f8bd2c04ffb" /><Relationship Type="http://schemas.openxmlformats.org/officeDocument/2006/relationships/notesSlide" Target="/ppt/notesSlides/notesSlide9.xml" Id="R774c08e3e71946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6707a4d5604494" /><Relationship Type="http://schemas.openxmlformats.org/officeDocument/2006/relationships/image" Target="/ppt/media/image10.png" Id="R678aa1e7831b42a0" /><Relationship Type="http://schemas.openxmlformats.org/officeDocument/2006/relationships/notesSlide" Target="/ppt/notesSlides/notesSlide10.xml" Id="Rf422ceda511c462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e6a3d93bc94fcf" /><Relationship Type="http://schemas.openxmlformats.org/officeDocument/2006/relationships/image" Target="/ppt/media/image11.png" Id="R9fe372a4036847f5" /><Relationship Type="http://schemas.openxmlformats.org/officeDocument/2006/relationships/notesSlide" Target="/ppt/notesSlides/notesSlide11.xml" Id="R36cf87ae28f9402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33d42ffbd54f68" /><Relationship Type="http://schemas.openxmlformats.org/officeDocument/2006/relationships/image" Target="/ppt/media/image12.png" Id="R644a5351b97a48d8" /><Relationship Type="http://schemas.openxmlformats.org/officeDocument/2006/relationships/notesSlide" Target="/ppt/notesSlides/notesSlide12.xml" Id="R90b63b12626e4c6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6acf6471014841" /><Relationship Type="http://schemas.openxmlformats.org/officeDocument/2006/relationships/image" Target="/ppt/media/image13.png" Id="R2c1ee6a15d6c4f6a" /><Relationship Type="http://schemas.openxmlformats.org/officeDocument/2006/relationships/notesSlide" Target="/ppt/notesSlides/notesSlide13.xml" Id="R20c43f9be69f43c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15abf00dbb42e6" /><Relationship Type="http://schemas.openxmlformats.org/officeDocument/2006/relationships/image" Target="/ppt/media/image14.png" Id="R1ac9ed989e154e45" /><Relationship Type="http://schemas.openxmlformats.org/officeDocument/2006/relationships/notesSlide" Target="/ppt/notesSlides/notesSlide14.xml" Id="R152841d19c5c4e4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8a83431a174da6" /><Relationship Type="http://schemas.openxmlformats.org/officeDocument/2006/relationships/image" Target="/ppt/media/image15.png" Id="R2b2afc4b3ad74aa6" /><Relationship Type="http://schemas.openxmlformats.org/officeDocument/2006/relationships/notesSlide" Target="/ppt/notesSlides/notesSlide15.xml" Id="R36983e148f294f4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3f7ff6264a4bf2" /><Relationship Type="http://schemas.openxmlformats.org/officeDocument/2006/relationships/image" Target="/ppt/media/image16.png" Id="R7043685c9b064b40" /><Relationship Type="http://schemas.openxmlformats.org/officeDocument/2006/relationships/notesSlide" Target="/ppt/notesSlides/notesSlide16.xml" Id="R60d2bc7142fb49a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8d0c2a6efc4d3c" /><Relationship Type="http://schemas.openxmlformats.org/officeDocument/2006/relationships/image" Target="/ppt/media/image17.png" Id="R27616d424a024ece" /><Relationship Type="http://schemas.openxmlformats.org/officeDocument/2006/relationships/notesSlide" Target="/ppt/notesSlides/notesSlide17.xml" Id="R3044717ace0d4ba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9142805c7143d4" /><Relationship Type="http://schemas.openxmlformats.org/officeDocument/2006/relationships/image" Target="/ppt/media/image18.png" Id="R01c3192c6a0a4181" /><Relationship Type="http://schemas.openxmlformats.org/officeDocument/2006/relationships/notesSlide" Target="/ppt/notesSlides/notesSlide18.xml" Id="R50de1d1bcfa345d2" 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4F43759B-5735-469E-836D-B77EB497E512}"/>
              </a:ext>
            </a:extLst>
          </p:cNvPr>
          <p:cNvPicPr>
            <a:picLocks noChangeAspect="1"/>
          </p:cNvPicPr>
          <p:nvPr/>
        </p:nvPicPr>
        <p:blipFill>
          <a:blip r:embed="R629b0401c0d74a93" cstate="none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4:creationId val="1915544411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B62FCEAF-BAD8-43BE-99D1-2D469A7FD9E0}"/>
              </a:ext>
            </a:extLst>
          </p:cNvPr>
          <p:cNvPicPr>
            <a:picLocks noChangeAspect="1"/>
          </p:cNvPicPr>
          <p:nvPr/>
        </p:nvPicPr>
        <p:blipFill>
          <a:blip r:embed="Ra682bc6f3fff43c3" cstate="none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4:creationId val="769956458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261AB6C3-9B23-4A9D-A810-A11F27B0CA6A}"/>
              </a:ext>
            </a:extLst>
          </p:cNvPr>
          <p:cNvPicPr>
            <a:picLocks noChangeAspect="1"/>
          </p:cNvPicPr>
          <p:nvPr/>
        </p:nvPicPr>
        <p:blipFill>
          <a:blip r:embed="R012ac57d5f814970" cstate="none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4:creationId val="345431702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A82F7DB9-9DA9-433C-8AC4-49399126F8C9}"/>
              </a:ext>
            </a:extLst>
          </p:cNvPr>
          <p:cNvPicPr>
            <a:picLocks noChangeAspect="1"/>
          </p:cNvPicPr>
          <p:nvPr/>
        </p:nvPicPr>
        <p:blipFill>
          <a:blip r:embed="Re75d7d8f6e394123" cstate="none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4:creationId val="25323121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6A67EDBA-0854-49C5-8921-4C391B963391}"/>
              </a:ext>
            </a:extLst>
          </p:cNvPr>
          <p:cNvPicPr>
            <a:picLocks noChangeAspect="1"/>
          </p:cNvPicPr>
          <p:nvPr/>
        </p:nvPicPr>
        <p:blipFill>
          <a:blip r:embed="Rbbc6334a58414e03" cstate="none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4:creationId val="1417958274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0FA014B9-43EC-46D7-9D5D-EED84FA0A915}"/>
              </a:ext>
            </a:extLst>
          </p:cNvPr>
          <p:cNvPicPr>
            <a:picLocks noChangeAspect="1"/>
          </p:cNvPicPr>
          <p:nvPr/>
        </p:nvPicPr>
        <p:blipFill>
          <a:blip r:embed="Rc05385f418ab4f1b" cstate="none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4:creationId val="756724719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5360C437-2A31-4D69-8267-2A332D7B3049}"/>
              </a:ext>
            </a:extLst>
          </p:cNvPr>
          <p:cNvPicPr>
            <a:picLocks noChangeAspect="1"/>
          </p:cNvPicPr>
          <p:nvPr/>
        </p:nvPicPr>
        <p:blipFill>
          <a:blip r:embed="R8ce00aa178ed451b" cstate="none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4:creationId val="1178692223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18ADF8B9-95F3-4291-B707-E5482116DF02}"/>
              </a:ext>
            </a:extLst>
          </p:cNvPr>
          <p:cNvPicPr>
            <a:picLocks noChangeAspect="1"/>
          </p:cNvPicPr>
          <p:nvPr/>
        </p:nvPicPr>
        <p:blipFill>
          <a:blip r:embed="R261ff7bb32144320" cstate="none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4:creationId val="124942296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62F45B93-1CA8-4ECA-965F-35AA46244B9F}"/>
              </a:ext>
            </a:extLst>
          </p:cNvPr>
          <p:cNvPicPr>
            <a:picLocks noChangeAspect="1"/>
          </p:cNvPicPr>
          <p:nvPr/>
        </p:nvPicPr>
        <p:blipFill>
          <a:blip r:embed="R65cd8f8bd2c04ffb" cstate="none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4:creationId val="1194594571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EBC9A89D-2282-4426-A938-18C195F5894B}"/>
              </a:ext>
            </a:extLst>
          </p:cNvPr>
          <p:cNvPicPr>
            <a:picLocks noChangeAspect="1"/>
          </p:cNvPicPr>
          <p:nvPr/>
        </p:nvPicPr>
        <p:blipFill>
          <a:blip r:embed="R678aa1e7831b42a0" cstate="none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4:creationId val="431327923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D027569C-B66F-4AD0-BB55-90720E2EBF45}"/>
              </a:ext>
            </a:extLst>
          </p:cNvPr>
          <p:cNvPicPr>
            <a:picLocks noChangeAspect="1"/>
          </p:cNvPicPr>
          <p:nvPr/>
        </p:nvPicPr>
        <p:blipFill>
          <a:blip r:embed="R9fe372a4036847f5" cstate="none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4:creationId val="296827806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4F70A72C-4D8E-47CB-85AB-CA3215349831}"/>
              </a:ext>
            </a:extLst>
          </p:cNvPr>
          <p:cNvPicPr>
            <a:picLocks noChangeAspect="1"/>
          </p:cNvPicPr>
          <p:nvPr/>
        </p:nvPicPr>
        <p:blipFill>
          <a:blip r:embed="R644a5351b97a48d8" cstate="none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4:creationId val="1258593157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52E2EAB9-CFCB-4C37-92C0-2EBF0CFBA625}"/>
              </a:ext>
            </a:extLst>
          </p:cNvPr>
          <p:cNvPicPr>
            <a:picLocks noChangeAspect="1"/>
          </p:cNvPicPr>
          <p:nvPr/>
        </p:nvPicPr>
        <p:blipFill>
          <a:blip r:embed="R2c1ee6a15d6c4f6a" cstate="none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4:creationId val="595110899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9F26BE07-BB57-4E15-AA38-5DB403F74AF9}"/>
              </a:ext>
            </a:extLst>
          </p:cNvPr>
          <p:cNvPicPr>
            <a:picLocks noChangeAspect="1"/>
          </p:cNvPicPr>
          <p:nvPr/>
        </p:nvPicPr>
        <p:blipFill>
          <a:blip r:embed="R1ac9ed989e154e45" cstate="none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4:creationId val="419662306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509BB9BF-A4C6-473C-AC28-63A711409648}"/>
              </a:ext>
            </a:extLst>
          </p:cNvPr>
          <p:cNvPicPr>
            <a:picLocks noChangeAspect="1"/>
          </p:cNvPicPr>
          <p:nvPr/>
        </p:nvPicPr>
        <p:blipFill>
          <a:blip r:embed="R2b2afc4b3ad74aa6" cstate="none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4:creationId val="1735339961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EB5CCDA1-B6EB-4A2D-91D0-4998ABB198BB}"/>
              </a:ext>
            </a:extLst>
          </p:cNvPr>
          <p:cNvPicPr>
            <a:picLocks noChangeAspect="1"/>
          </p:cNvPicPr>
          <p:nvPr/>
        </p:nvPicPr>
        <p:blipFill>
          <a:blip r:embed="R7043685c9b064b40" cstate="none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4:creationId val="1913613489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BFD5D801-3F8D-49A0-8F42-DF61D4009558}"/>
              </a:ext>
            </a:extLst>
          </p:cNvPr>
          <p:cNvPicPr>
            <a:picLocks noChangeAspect="1"/>
          </p:cNvPicPr>
          <p:nvPr/>
        </p:nvPicPr>
        <p:blipFill>
          <a:blip r:embed="R27616d424a024ece" cstate="none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4:creationId val="1420477603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2EEB9344-ED34-4159-89F9-20230A8D66A3}"/>
              </a:ext>
            </a:extLst>
          </p:cNvPr>
          <p:cNvPicPr>
            <a:picLocks noChangeAspect="1"/>
          </p:cNvPicPr>
          <p:nvPr/>
        </p:nvPicPr>
        <p:blipFill>
          <a:blip r:embed="R01c3192c6a0a4181" cstate="none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4:creationId val="18975215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2026-10-21T22:13:38.9770000Z</dcterms:created>
  <dcterms:modified xsi:type="dcterms:W3CDTF">2026-10-21T22:13:38.9770000Z</dcterms:modified>
</coreProperties>
</file>
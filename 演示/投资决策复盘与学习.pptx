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560c576434ddc" /><Relationship Type="http://schemas.openxmlformats.org/officeDocument/2006/relationships/extended-properties" Target="/docProps/app.xml" Id="Rd5434b0475c742b3" /><Relationship Type="http://schemas.openxmlformats.org/officeDocument/2006/relationships/officeDocument" Target="/ppt/presentation.xml" Id="Rb8deedab23374355" /></Relationships>
</file>

<file path=ppt/presentation.xml><?xml version="1.0" encoding="utf-8"?>
<p:presentation xmlns:p="http://schemas.openxmlformats.org/presentationml/2006/main" xmlns:r="http://schemas.openxmlformats.org/officeDocument/2006/relationships" autoCompressPictures="0">
  <p:sldMasterIdLst>
    <p:sldMasterId id="2147483648" r:id="R4fcaed1c40cd44eb"/>
  </p:sldMasterIdLst>
  <p:notesMasterIdLst>
    <p:notesMasterId r:id="R9080afab502f42ae"/>
  </p:notesMasterIdLst>
  <p:sldIdLst>
    <p:sldId id="256" r:id="R4c0acef796f14a16"/>
    <p:sldId id="257" r:id="Re34a26a251aa49b2"/>
    <p:sldId id="258" r:id="R1f23bf95ed9640a5"/>
    <p:sldId id="259" r:id="R840442a1905d4937"/>
    <p:sldId id="260" r:id="R7f4c79c72ad240b3"/>
    <p:sldId id="261" r:id="R7eb45d2529af41e5"/>
    <p:sldId id="262" r:id="R2b57bf7bd7d6475c"/>
    <p:sldId id="263" r:id="R516335cb769d4d97"/>
    <p:sldId id="264" r:id="Rbfe4f84f81f64aa8"/>
    <p:sldId id="265" r:id="R9e61a3561087466d"/>
    <p:sldId id="266" r:id="R6c2db9a3eec0413e"/>
    <p:sldId id="267" r:id="Re471a60e267b4527"/>
    <p:sldId id="268" r:id="Rbed1575bba1949ec"/>
    <p:sldId id="269" r:id="R80f1f12fd5b94448"/>
    <p:sldId id="270" r:id="R17c7274e1ff642d5"/>
    <p:sldId id="271" r:id="Rf2e35890930f478f"/>
    <p:sldId id="272" r:id="R68a7fb7f2bd842a3"/>
    <p:sldId id="273" r:id="R397f97e6cbb647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f87fa4bd441df" /><Relationship Type="http://schemas.openxmlformats.org/officeDocument/2006/relationships/slideMaster" Target="/ppt/slideMasters/slideMaster1.xml" Id="R4fcaed1c40cd44eb" /><Relationship Type="http://schemas.openxmlformats.org/officeDocument/2006/relationships/notesMaster" Target="/ppt/notesMasters/notesMaster1.xml" Id="R9080afab502f42ae" /><Relationship Type="http://schemas.openxmlformats.org/officeDocument/2006/relationships/presProps" Target="/ppt/presProps.xml" Id="Rd5a11c60be9541fa" /><Relationship Type="http://schemas.openxmlformats.org/officeDocument/2006/relationships/tableStyles" Target="/ppt/tableStyles.xml" Id="R6c40c96d98bb4a3a" /><Relationship Type="http://schemas.openxmlformats.org/officeDocument/2006/relationships/slide" Target="/ppt/slides/slide1.xml" Id="R4c0acef796f14a16" /><Relationship Type="http://schemas.openxmlformats.org/officeDocument/2006/relationships/slide" Target="/ppt/slides/slide2.xml" Id="Re34a26a251aa49b2" /><Relationship Type="http://schemas.openxmlformats.org/officeDocument/2006/relationships/slide" Target="/ppt/slides/slide3.xml" Id="R1f23bf95ed9640a5" /><Relationship Type="http://schemas.openxmlformats.org/officeDocument/2006/relationships/slide" Target="/ppt/slides/slide4.xml" Id="R840442a1905d4937" /><Relationship Type="http://schemas.openxmlformats.org/officeDocument/2006/relationships/slide" Target="/ppt/slides/slide5.xml" Id="R7f4c79c72ad240b3" /><Relationship Type="http://schemas.openxmlformats.org/officeDocument/2006/relationships/slide" Target="/ppt/slides/slide6.xml" Id="R7eb45d2529af41e5" /><Relationship Type="http://schemas.openxmlformats.org/officeDocument/2006/relationships/slide" Target="/ppt/slides/slide7.xml" Id="R2b57bf7bd7d6475c" /><Relationship Type="http://schemas.openxmlformats.org/officeDocument/2006/relationships/slide" Target="/ppt/slides/slide8.xml" Id="R516335cb769d4d97" /><Relationship Type="http://schemas.openxmlformats.org/officeDocument/2006/relationships/slide" Target="/ppt/slides/slide9.xml" Id="Rbfe4f84f81f64aa8" /><Relationship Type="http://schemas.openxmlformats.org/officeDocument/2006/relationships/slide" Target="/ppt/slides/slide10.xml" Id="R9e61a3561087466d" /><Relationship Type="http://schemas.openxmlformats.org/officeDocument/2006/relationships/slide" Target="/ppt/slides/slide11.xml" Id="R6c2db9a3eec0413e" /><Relationship Type="http://schemas.openxmlformats.org/officeDocument/2006/relationships/slide" Target="/ppt/slides/slide12.xml" Id="Re471a60e267b4527" /><Relationship Type="http://schemas.openxmlformats.org/officeDocument/2006/relationships/slide" Target="/ppt/slides/slide13.xml" Id="Rbed1575bba1949ec" /><Relationship Type="http://schemas.openxmlformats.org/officeDocument/2006/relationships/slide" Target="/ppt/slides/slide14.xml" Id="R80f1f12fd5b94448" /><Relationship Type="http://schemas.openxmlformats.org/officeDocument/2006/relationships/slide" Target="/ppt/slides/slide15.xml" Id="R17c7274e1ff642d5" /><Relationship Type="http://schemas.openxmlformats.org/officeDocument/2006/relationships/slide" Target="/ppt/slides/slide16.xml" Id="Rf2e35890930f478f" /><Relationship Type="http://schemas.openxmlformats.org/officeDocument/2006/relationships/slide" Target="/ppt/slides/slide17.xml" Id="R68a7fb7f2bd842a3" /><Relationship Type="http://schemas.openxmlformats.org/officeDocument/2006/relationships/slide" Target="/ppt/slides/slide18.xml" Id="R397f97e6cbb6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a9b86fe3654f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32a7ab82842ad" /><Relationship Type="http://schemas.openxmlformats.org/officeDocument/2006/relationships/notesMaster" Target="/ppt/notesMasters/notesMaster1.xml" Id="R9001e89332d943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4d151a8c634680" /><Relationship Type="http://schemas.openxmlformats.org/officeDocument/2006/relationships/notesMaster" Target="/ppt/notesMasters/notesMaster1.xml" Id="R688115d147624f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cfd65986804f56" /><Relationship Type="http://schemas.openxmlformats.org/officeDocument/2006/relationships/notesMaster" Target="/ppt/notesMasters/notesMaster1.xml" Id="R87bdccdcf27741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2dcda156d446c6" /><Relationship Type="http://schemas.openxmlformats.org/officeDocument/2006/relationships/notesMaster" Target="/ppt/notesMasters/notesMaster1.xml" Id="R8324c8b6f70a41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143e4f42824771" /><Relationship Type="http://schemas.openxmlformats.org/officeDocument/2006/relationships/notesMaster" Target="/ppt/notesMasters/notesMaster1.xml" Id="R6a62a56cefdd48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a9f21227984f82" /><Relationship Type="http://schemas.openxmlformats.org/officeDocument/2006/relationships/notesMaster" Target="/ppt/notesMasters/notesMaster1.xml" Id="Rb1331789159e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3ea3086da04b11" /><Relationship Type="http://schemas.openxmlformats.org/officeDocument/2006/relationships/notesMaster" Target="/ppt/notesMasters/notesMaster1.xml" Id="R6c2210043e1c41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d73fdc941b45a8" /><Relationship Type="http://schemas.openxmlformats.org/officeDocument/2006/relationships/notesMaster" Target="/ppt/notesMasters/notesMaster1.xml" Id="R949b72bd4c2344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1101a8688640c3" /><Relationship Type="http://schemas.openxmlformats.org/officeDocument/2006/relationships/notesMaster" Target="/ppt/notesMasters/notesMaster1.xml" Id="R3639efa363c248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857dd0191443d" /><Relationship Type="http://schemas.openxmlformats.org/officeDocument/2006/relationships/notesMaster" Target="/ppt/notesMasters/notesMaster1.xml" Id="R327c67c7e8d34b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e469ef122e4e84" /><Relationship Type="http://schemas.openxmlformats.org/officeDocument/2006/relationships/notesMaster" Target="/ppt/notesMasters/notesMaster1.xml" Id="R0636deec3b7f45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8cfa095af74641" /><Relationship Type="http://schemas.openxmlformats.org/officeDocument/2006/relationships/notesMaster" Target="/ppt/notesMasters/notesMaster1.xml" Id="Ra02d033393fe4f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aef5f39ffd4f2e" /><Relationship Type="http://schemas.openxmlformats.org/officeDocument/2006/relationships/notesMaster" Target="/ppt/notesMasters/notesMaster1.xml" Id="R0f3a0cbd989349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02bc3555a14c71" /><Relationship Type="http://schemas.openxmlformats.org/officeDocument/2006/relationships/notesMaster" Target="/ppt/notesMasters/notesMaster1.xml" Id="Ra25ea1d7744746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b5449dd12844ba" /><Relationship Type="http://schemas.openxmlformats.org/officeDocument/2006/relationships/notesMaster" Target="/ppt/notesMasters/notesMaster1.xml" Id="Rc77c6e38f95f47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0916e1f4814a48" /><Relationship Type="http://schemas.openxmlformats.org/officeDocument/2006/relationships/notesMaster" Target="/ppt/notesMasters/notesMaster1.xml" Id="R787cfa1a5c3f49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1f19cd76d54ae5" /><Relationship Type="http://schemas.openxmlformats.org/officeDocument/2006/relationships/notesMaster" Target="/ppt/notesMasters/notesMaster1.xml" Id="R6ced1c8ae91a47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464d3265c04438" /><Relationship Type="http://schemas.openxmlformats.org/officeDocument/2006/relationships/notesMaster" Target="/ppt/notesMasters/notesMaster1.xml" Id="Rbc3f2550535d40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展示一段交易如何进入复盘，怎样用AI减少补充背景的工作，最后把分析沉淀为可验证的方法和可执行的检查项。画面均为我们自行截取的真实产品页面。示例采用贵州茅台的真实股票身份，价格、成交与用户行为是合成演示数据。产品外层已按最新要求改为纯浅灰，左上角只保留头像。截图保留4K PNG原始像素，点击可查看完整原图。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从交易进入产品开始。背景由用户补充，AI根据历史行为给建议并自动整理相关证据。复盘后提供方法改进与检查项两个出口，方法可以回测，检查项可人工编辑。当前主案例有20笔成交、两个保存的方法版本和一个保存的检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2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设置界面提供API接入和ChatGPT订阅。订阅凭证用Windows当前用户DPAPI加密持久化，并已验证服务重启恢复。截图显示授权已保存且可以验证模型，不能仅用此截图声称刚完成模型验证。真实复盘已使用gpt-6.1-sol跑通。凭证没有出现在演示素材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这是实际CSV预览页，整理出20笔成交。为避免重复导入，补拍只进入预览；完整EQ01标准资料包导入此前已通过。多格式文件是预期产品方向，本轮验证范围是CSV与标准bundle，不将任意文件都称为已经兼容。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4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标签可以切换三张真实配置截图。只读HTTP接口用于读取符合产品协议的成交，读到后仍需核对。交易所和链上专用适配是产品方案方向。扶摇服务端已配置，历史日K为未复权，实际能力仍按验证结果确定。iFinD展示官方HTTP MCP配置入口，本轮未完成新授权联调。分钟复盘不能直接拿完整日K替代。合成案例自动取证只核对资料包证据，真实公司新闻无法证明模拟动机。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5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EQ01第5笔，2025-03-07 09:40买入200股，1555.03元。屏幕为15分钟合成K线，当前根只包含截至成交时点的观测。规则回放周期为4小时，复盘观察周期是15分钟，二者用途不同。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6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灰字建议和按Tab后，可切换实际前后截图。我们预测用户当时为什么做、原计划是什么，直接在输入框内呈现完整短句。第4笔的建议为「我想延续上一笔减仓，把剩余持仓兑现，结束这一轮持有」。用户按Tab直接填入，之后可以编辑或清除，Escape可忽略。没有独立的AI待确认稿卡片，也不需要第二次确认流程。此轮首批5/20准备完成，第二批RUN_LIMIT暂停；跨会话语义记忆是后续方案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7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实际证据页当前是第5笔的成交记录，来源bundle.json，2025-03-07 09:40，买入200股，成交1555.03，费用80.86。来源说明与模拟成交一致。成交记录证明执行事实，动机需结合用户背景；不能仅凭成交记录或事后新闻证明用户当时怎么想。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8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20笔真实模型复盘通过。五周期净盈亏分别13255.30、13984.04、14370.21、15671.78、24898.08，合计82179.41；费用3115.59，期末持仓0。此前跨周期汇总工具返回未知的问题已修复。原始买入额2990954、卖出额3076249。没有账户本金就不估整体收益率。盈利与分批行为的因果关系不能直接认定，AI提出的是有前提和代价的可选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9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保存的原版与风险约束版共存。原方法按5根完整K线均价、高于0.5%入场，投入80%。改进版投入50%，完整K线确认亏损8%后退出，最多持有20根。信号后下一可用开盘执行，遵守T+1与整手规则。因此8%是触发阈值，不保证恰好在8%成交。两者都保留，用户可以继续改进并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10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测页面展示已导入的兼容行情，用户可选择标的、日期与起始资金。本图两个记录都是贵州茅台，不说成两个不同股票。资金85万元，手续费3bps，滑点5bps，100股整手，卖出T+1。50万元不足时已验证阻止比较，85万元时恢复。实际交易案例最大用资837352.22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11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方法净收益132323.50，改进方法63167.35，差额-69156.15；收益率15.57%与7.43%，最大回撤0.05%与0.03%。期末可能持仓，净收益含市值，因此不能拿82179.41实际执行净现金盈亏混比。加强风控在这段合成样本中降低收益与回撤；不能推断未来表现或声称所有改进提高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12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编辑弹窗有名称、触发条件、检查动作、例外四个字段。当前检查项「分批交易前核对预算」已保存，并验证再次打开可编辑。它是面向下一次的流程提醒，依据用户现在的回忆整理，不证明用户过去执行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要求展示最终预期产品形态。这里明确承接三类方向：任意格式输入体验、交易所链上API专用适配、跨会话语义记忆和高手方法。高手方法需标注来源、适用市场、入场退出和参数局限。保留这些规划亮点，同时不伪造尚不存在的界面或已接入的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14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案例真实UI和真实模型验收：标准资料包导入、20笔AI复盘、保存原版与风险约束版、85万同条件回测、编辑保存检查项、刷新恢复。before-refresh与after-refresh的trade/context/evidence/messages/research/methods/checklist指纹一致，快照早于最后全20新回答，不扩大到后续所有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15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01：缺时间CSV显示待补充，确认禁用；取消后原20笔不变。M02/D04：旧轮MODEL_ERROR和新轮RUN_LIMIT都没有覆盖已完成首批；提供继续与手动补充。新轮5/20成功，未声称20/20背景自动准备完成。只读接口401、超时、空列表、保存失败等测试使用受控环境，不把受控通过说成所有外部服务接入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16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组是10个真实A股身份乘5种模拟情境，每组20至40笔，总计1500笔，16000根15分钟合成K线。44510个适用断言通过，0次模型调用。该结果衡量离线数据与契约校验，真实AI质量按实际运行案例单列。基线569项自动测试通过，随后引用折叠另有16项定向测试通过。详细测试说明覆盖主链路、数据缺失/接口失败、极端/合规边界。后续效果评测再评价建议可执行性、依据一致性和交互负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17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主线后打开真实产品即可接着演示。现场可以从贵州茅台复盘进入材料，切换15分钟当时可知，查看灰字建议，再到交易方法与检查项库。所有配图来自本机实页截图，Slidev只增加展示框、圆角、阴影与注释，不重绘产品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来源：tradingreview-slidev/slides.md，第 18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8a324f15b4e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61318022246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75d3fd20540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f34bd054341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7bda37e1340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4c80d580c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F44F94-DC4E-42D2-A697-CAF6A66C8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C63149-7F0A-4AA1-BE33-43FA4736A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996E25-0ACE-47A1-886E-38423ECF8B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E1C84B-F455-443C-8EFF-7CA7A5C30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A4CD69-8AEB-4570-8B56-D3D88E9DDE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EC6F63-65C5-4997-921E-954194A136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D50A81-A445-4EC5-BEBA-2C90719D7A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2D8E55-4A07-403F-8350-2B993F8223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837731-2DF3-42B9-A504-4FE3B5D9D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43549B-DCEB-470C-94F2-173ED5392F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f978538be540e8" /><Relationship Type="http://schemas.openxmlformats.org/officeDocument/2006/relationships/slideLayout" Target="/ppt/slideLayouts/slideLayout1.xml" Id="R9ac9651dbfe74d28" /><Relationship Type="http://schemas.openxmlformats.org/officeDocument/2006/relationships/slideLayout" Target="/ppt/slideLayouts/slideLayout2.xml" Id="R6a382741e35b49c3" /><Relationship Type="http://schemas.openxmlformats.org/officeDocument/2006/relationships/slideLayout" Target="/ppt/slideLayouts/slideLayout3.xml" Id="R9411bbd656344e4d" /><Relationship Type="http://schemas.openxmlformats.org/officeDocument/2006/relationships/slideLayout" Target="/ppt/slideLayouts/slideLayout4.xml" Id="Re63513327b484029" /><Relationship Type="http://schemas.openxmlformats.org/officeDocument/2006/relationships/slideLayout" Target="/ppt/slideLayouts/slideLayout5.xml" Id="R7849d31bace74d0e" /><Relationship Type="http://schemas.openxmlformats.org/officeDocument/2006/relationships/slideLayout" Target="/ppt/slideLayouts/slideLayout6.xml" Id="R84e862ae337947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c9651dbfe74d28"/>
    <p:sldLayoutId xmlns:r="http://schemas.openxmlformats.org/officeDocument/2006/relationships" id="2147483650" r:id="R6a382741e35b49c3"/>
    <p:sldLayoutId xmlns:r="http://schemas.openxmlformats.org/officeDocument/2006/relationships" id="2147483651" r:id="R9411bbd656344e4d"/>
    <p:sldLayoutId xmlns:r="http://schemas.openxmlformats.org/officeDocument/2006/relationships" id="2147483652" r:id="Re63513327b484029"/>
    <p:sldLayoutId xmlns:r="http://schemas.openxmlformats.org/officeDocument/2006/relationships" id="2147483653" r:id="R7849d31bace74d0e"/>
    <p:sldLayoutId xmlns:r="http://schemas.openxmlformats.org/officeDocument/2006/relationships" id="2147483654" r:id="R84e862ae3379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0ed6860e44acf" /><Relationship Type="http://schemas.openxmlformats.org/officeDocument/2006/relationships/image" Target="/ppt/media/image.png" Id="R43d2eff427c64150" /><Relationship Type="http://schemas.openxmlformats.org/officeDocument/2006/relationships/notesSlide" Target="/ppt/notesSlides/notesSlide1.xml" Id="Rf02b9c81277e4b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b5fffc011444c" /><Relationship Type="http://schemas.openxmlformats.org/officeDocument/2006/relationships/image" Target="/ppt/media/image2.png" Id="Rcf4dcbf9bc0f4752" /><Relationship Type="http://schemas.openxmlformats.org/officeDocument/2006/relationships/notesSlide" Target="/ppt/notesSlides/notesSlide2.xml" Id="Rb01e58a66ab44a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ad432fce4462a" /><Relationship Type="http://schemas.openxmlformats.org/officeDocument/2006/relationships/image" Target="/ppt/media/image3.png" Id="R86e3a7850abd45dd" /><Relationship Type="http://schemas.openxmlformats.org/officeDocument/2006/relationships/notesSlide" Target="/ppt/notesSlides/notesSlide3.xml" Id="R72e3fbb85156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c57da0bb94be0" /><Relationship Type="http://schemas.openxmlformats.org/officeDocument/2006/relationships/image" Target="/ppt/media/image4.png" Id="R4278ef13e120484f" /><Relationship Type="http://schemas.openxmlformats.org/officeDocument/2006/relationships/notesSlide" Target="/ppt/notesSlides/notesSlide4.xml" Id="R75c057fd663646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90fe644a34728" /><Relationship Type="http://schemas.openxmlformats.org/officeDocument/2006/relationships/image" Target="/ppt/media/image5.png" Id="Rf3ad941252dc41b5" /><Relationship Type="http://schemas.openxmlformats.org/officeDocument/2006/relationships/notesSlide" Target="/ppt/notesSlides/notesSlide5.xml" Id="R27ed996d5fe7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4e551fdcc485a" /><Relationship Type="http://schemas.openxmlformats.org/officeDocument/2006/relationships/image" Target="/ppt/media/image6.png" Id="Rc05eea6024064afc" /><Relationship Type="http://schemas.openxmlformats.org/officeDocument/2006/relationships/notesSlide" Target="/ppt/notesSlides/notesSlide6.xml" Id="R312fcf01c0974e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658670b10411d" /><Relationship Type="http://schemas.openxmlformats.org/officeDocument/2006/relationships/image" Target="/ppt/media/image7.png" Id="R79662514de204724" /><Relationship Type="http://schemas.openxmlformats.org/officeDocument/2006/relationships/notesSlide" Target="/ppt/notesSlides/notesSlide7.xml" Id="R539dee45b41449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5afd05b26461a" /><Relationship Type="http://schemas.openxmlformats.org/officeDocument/2006/relationships/image" Target="/ppt/media/image8.png" Id="R3c7eba5ca2924ef5" /><Relationship Type="http://schemas.openxmlformats.org/officeDocument/2006/relationships/notesSlide" Target="/ppt/notesSlides/notesSlide8.xml" Id="R58d9c30ea37d46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c2daf289d49c0" /><Relationship Type="http://schemas.openxmlformats.org/officeDocument/2006/relationships/image" Target="/ppt/media/image9.png" Id="R93dabc9c50624eb8" /><Relationship Type="http://schemas.openxmlformats.org/officeDocument/2006/relationships/notesSlide" Target="/ppt/notesSlides/notesSlide9.xml" Id="R06966a22b53a40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602347d054c6b" /><Relationship Type="http://schemas.openxmlformats.org/officeDocument/2006/relationships/image" Target="/ppt/media/image10.png" Id="Rdd013f894d374ac7" /><Relationship Type="http://schemas.openxmlformats.org/officeDocument/2006/relationships/notesSlide" Target="/ppt/notesSlides/notesSlide10.xml" Id="Rcc9a40a931e549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27b6bec82457d" /><Relationship Type="http://schemas.openxmlformats.org/officeDocument/2006/relationships/image" Target="/ppt/media/image11.png" Id="Rb23731f50bee4fd6" /><Relationship Type="http://schemas.openxmlformats.org/officeDocument/2006/relationships/notesSlide" Target="/ppt/notesSlides/notesSlide11.xml" Id="Rce4312c0849346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442c515ee46f8" /><Relationship Type="http://schemas.openxmlformats.org/officeDocument/2006/relationships/image" Target="/ppt/media/image12.png" Id="R166ca39828974890" /><Relationship Type="http://schemas.openxmlformats.org/officeDocument/2006/relationships/notesSlide" Target="/ppt/notesSlides/notesSlide12.xml" Id="Rdac0aa20b63b4b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fec53c1974e64" /><Relationship Type="http://schemas.openxmlformats.org/officeDocument/2006/relationships/image" Target="/ppt/media/image13.png" Id="Rd836ab7aa1b1433d" /><Relationship Type="http://schemas.openxmlformats.org/officeDocument/2006/relationships/notesSlide" Target="/ppt/notesSlides/notesSlide13.xml" Id="R28fb383eb5404f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846bbf09f43d5" /><Relationship Type="http://schemas.openxmlformats.org/officeDocument/2006/relationships/image" Target="/ppt/media/image14.png" Id="R4634242d29eb4365" /><Relationship Type="http://schemas.openxmlformats.org/officeDocument/2006/relationships/notesSlide" Target="/ppt/notesSlides/notesSlide14.xml" Id="Rfc533199f69e4c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663371522b48e6" /><Relationship Type="http://schemas.openxmlformats.org/officeDocument/2006/relationships/image" Target="/ppt/media/image15.png" Id="R06bfc03f1f674285" /><Relationship Type="http://schemas.openxmlformats.org/officeDocument/2006/relationships/notesSlide" Target="/ppt/notesSlides/notesSlide15.xml" Id="R83a363f04d034f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d50a9b81f415c" /><Relationship Type="http://schemas.openxmlformats.org/officeDocument/2006/relationships/image" Target="/ppt/media/image16.png" Id="R198b38a0b202465d" /><Relationship Type="http://schemas.openxmlformats.org/officeDocument/2006/relationships/notesSlide" Target="/ppt/notesSlides/notesSlide16.xml" Id="Rd835c391bdec41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d880a1aaf49c4" /><Relationship Type="http://schemas.openxmlformats.org/officeDocument/2006/relationships/image" Target="/ppt/media/image17.png" Id="R4f52c0184f574ddc" /><Relationship Type="http://schemas.openxmlformats.org/officeDocument/2006/relationships/notesSlide" Target="/ppt/notesSlides/notesSlide17.xml" Id="Rcc7cf5861d8e4c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d1ef540fa4bb9" /><Relationship Type="http://schemas.openxmlformats.org/officeDocument/2006/relationships/image" Target="/ppt/media/image18.png" Id="R7e3a7429ee7147fa" /><Relationship Type="http://schemas.openxmlformats.org/officeDocument/2006/relationships/notesSlide" Target="/ppt/notesSlides/notesSlide18.xml" Id="Rea2eb2a8c2c14c85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69B27225-BF91-45B2-950B-4E1D2F67F8F3}"/>
              </a:ext>
            </a:extLst>
          </p:cNvPr>
          <p:cNvPicPr>
            <a:picLocks noChangeAspect="1"/>
          </p:cNvPicPr>
          <p:nvPr/>
        </p:nvPicPr>
        <p:blipFill>
          <a:blip r:embed="R43d2eff427c64150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941504443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7EC1E908-841B-475C-9DA2-F831EA83433E}"/>
              </a:ext>
            </a:extLst>
          </p:cNvPr>
          <p:cNvPicPr>
            <a:picLocks noChangeAspect="1"/>
          </p:cNvPicPr>
          <p:nvPr/>
        </p:nvPicPr>
        <p:blipFill>
          <a:blip r:embed="Rcf4dcbf9bc0f4752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9396755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74E0A750-2FC0-48D5-98B0-B8A954C3C42F}"/>
              </a:ext>
            </a:extLst>
          </p:cNvPr>
          <p:cNvPicPr>
            <a:picLocks noChangeAspect="1"/>
          </p:cNvPicPr>
          <p:nvPr/>
        </p:nvPicPr>
        <p:blipFill>
          <a:blip r:embed="R86e3a7850abd45dd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85880041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AE5D94CE-6DF7-48F4-AF56-BE8EFF37A21A}"/>
              </a:ext>
            </a:extLst>
          </p:cNvPr>
          <p:cNvPicPr>
            <a:picLocks noChangeAspect="1"/>
          </p:cNvPicPr>
          <p:nvPr/>
        </p:nvPicPr>
        <p:blipFill>
          <a:blip r:embed="R4278ef13e120484f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395619650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83FB7724-663A-487E-8AAE-8D05EC381FEE}"/>
              </a:ext>
            </a:extLst>
          </p:cNvPr>
          <p:cNvPicPr>
            <a:picLocks noChangeAspect="1"/>
          </p:cNvPicPr>
          <p:nvPr/>
        </p:nvPicPr>
        <p:blipFill>
          <a:blip r:embed="Rf3ad941252dc41b5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424553695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2BBE4BB9-9164-4440-AEF4-5920B37B1897}"/>
              </a:ext>
            </a:extLst>
          </p:cNvPr>
          <p:cNvPicPr>
            <a:picLocks noChangeAspect="1"/>
          </p:cNvPicPr>
          <p:nvPr/>
        </p:nvPicPr>
        <p:blipFill>
          <a:blip r:embed="Rc05eea6024064afc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4302784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4373A2B5-4A75-4F2E-AA45-D1406780AD45}"/>
              </a:ext>
            </a:extLst>
          </p:cNvPr>
          <p:cNvPicPr>
            <a:picLocks noChangeAspect="1"/>
          </p:cNvPicPr>
          <p:nvPr/>
        </p:nvPicPr>
        <p:blipFill>
          <a:blip r:embed="R79662514de204724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762175358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2836653E-685A-4C58-ADB0-D8400F8DFC59}"/>
              </a:ext>
            </a:extLst>
          </p:cNvPr>
          <p:cNvPicPr>
            <a:picLocks noChangeAspect="1"/>
          </p:cNvPicPr>
          <p:nvPr/>
        </p:nvPicPr>
        <p:blipFill>
          <a:blip r:embed="R3c7eba5ca2924ef5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376993394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8CF0B9EE-14E9-4E36-9455-A75FF33A794D}"/>
              </a:ext>
            </a:extLst>
          </p:cNvPr>
          <p:cNvPicPr>
            <a:picLocks noChangeAspect="1"/>
          </p:cNvPicPr>
          <p:nvPr/>
        </p:nvPicPr>
        <p:blipFill>
          <a:blip r:embed="R93dabc9c50624eb8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542664641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007C5061-C22B-471D-92E3-CF4C2DCE03C8}"/>
              </a:ext>
            </a:extLst>
          </p:cNvPr>
          <p:cNvPicPr>
            <a:picLocks noChangeAspect="1"/>
          </p:cNvPicPr>
          <p:nvPr/>
        </p:nvPicPr>
        <p:blipFill>
          <a:blip r:embed="Rdd013f894d374ac7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96116387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9D5578FB-0880-4088-8251-C7960F0B26CA}"/>
              </a:ext>
            </a:extLst>
          </p:cNvPr>
          <p:cNvPicPr>
            <a:picLocks noChangeAspect="1"/>
          </p:cNvPicPr>
          <p:nvPr/>
        </p:nvPicPr>
        <p:blipFill>
          <a:blip r:embed="Rb23731f50bee4fd6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146350157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AF3EBA6-CFD9-498F-BF70-0F734BF5E844}"/>
              </a:ext>
            </a:extLst>
          </p:cNvPr>
          <p:cNvPicPr>
            <a:picLocks noChangeAspect="1"/>
          </p:cNvPicPr>
          <p:nvPr/>
        </p:nvPicPr>
        <p:blipFill>
          <a:blip r:embed="R166ca39828974890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757612074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BAEEE349-081A-42FB-AA60-6B9A16290ED8}"/>
              </a:ext>
            </a:extLst>
          </p:cNvPr>
          <p:cNvPicPr>
            <a:picLocks noChangeAspect="1"/>
          </p:cNvPicPr>
          <p:nvPr/>
        </p:nvPicPr>
        <p:blipFill>
          <a:blip r:embed="Rd836ab7aa1b1433d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600600094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6F295222-CCC2-44CC-B7E0-5666C825F5CA}"/>
              </a:ext>
            </a:extLst>
          </p:cNvPr>
          <p:cNvPicPr>
            <a:picLocks noChangeAspect="1"/>
          </p:cNvPicPr>
          <p:nvPr/>
        </p:nvPicPr>
        <p:blipFill>
          <a:blip r:embed="R4634242d29eb4365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680757853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51C427C-C663-4E60-8FE9-EC752F153621}"/>
              </a:ext>
            </a:extLst>
          </p:cNvPr>
          <p:cNvPicPr>
            <a:picLocks noChangeAspect="1"/>
          </p:cNvPicPr>
          <p:nvPr/>
        </p:nvPicPr>
        <p:blipFill>
          <a:blip r:embed="R06bfc03f1f674285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783586514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3DE05523-5D32-4B23-BE21-48FD6BA65CA2}"/>
              </a:ext>
            </a:extLst>
          </p:cNvPr>
          <p:cNvPicPr>
            <a:picLocks noChangeAspect="1"/>
          </p:cNvPicPr>
          <p:nvPr/>
        </p:nvPicPr>
        <p:blipFill>
          <a:blip r:embed="R198b38a0b202465d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85402998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BB7538C5-AFFC-4E0D-BD1C-D96F0A37FAF8}"/>
              </a:ext>
            </a:extLst>
          </p:cNvPr>
          <p:cNvPicPr>
            <a:picLocks noChangeAspect="1"/>
          </p:cNvPicPr>
          <p:nvPr/>
        </p:nvPicPr>
        <p:blipFill>
          <a:blip r:embed="R4f52c0184f574ddc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1494701124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BAE31F75-BEC5-4EF6-85A7-6FE5A1871401}"/>
              </a:ext>
            </a:extLst>
          </p:cNvPr>
          <p:cNvPicPr>
            <a:picLocks noChangeAspect="1"/>
          </p:cNvPicPr>
          <p:nvPr/>
        </p:nvPicPr>
        <p:blipFill>
          <a:blip r:embed="R7e3a7429ee7147fa" cstate="none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ns4:creationId val="969108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2026-10-21T22:25:37.1510000Z</dcterms:created>
  <dcterms:modified xsi:type="dcterms:W3CDTF">2026-10-21T22:25:37.1510000Z</dcterms:modified>
</coreProperties>
</file>